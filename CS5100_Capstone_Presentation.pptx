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Reproducing RRT*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Asymptotic Optimality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RRT vs. RRT* in 2D Motion Planning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2286000" cy="2743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Shreesh Kulkarni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343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CS5100: Foundations of Artificial Intelligence  |  Spring 2026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Northeastern University  |  Prof. Jonathan Mwaura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RRT Is Provably Suboptimal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Sampling-based planners like RRT build random trees to find paths through obstacle spaces.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RRT finds a path and stops. The path is suboptimal, and more computation does not help.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Karaman &amp; Frazzoli (2011) proved this mathematically: RRT converges to a suboptimal solution with probability one.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each new sample connects to the nearest node and that connection is never reconsidered.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0" y="1188720"/>
            <a:ext cx="3291840" cy="292608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0" y="18288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greedy decisions get permanently locked into the tree. A bad connection at step 50 can never be fixed, even after 50,000 more steps.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Karaman, S. &amp; Frazzoli, E. (2011). Sampling-based algorithms for optimal motion planning. IJRR, 30(7).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RRT*: Two Modifications That Fix Everything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10896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384048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ChooseParent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connecting to the nearest node, scan all nodes within a shrinking radius and pick the one that gives the lowest total cost from the root.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local Dijkstra step at every insertion.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310896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Rewire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adding a new node, check if nearby nodes can be reached more cheaply through it. If yes, reparent them.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cost improvements propagate backward through the tree.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RRT* is asymptotically optimal (Theorem 38). Path cost converges to the true minimum as iterations grow.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Set Out to Reproduce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371600"/>
            <a:ext cx="594360" cy="59436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13258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RRT Plateaus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6916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RRT finds a path, more iterations do not reduce cost.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8046720" cy="100584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560320"/>
            <a:ext cx="594360" cy="59436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25146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RRT* Improves Monotonically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2880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cost decreases as the number of iterations N increases.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749040"/>
            <a:ext cx="594360" cy="59436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45920" y="3703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Largest Improvement in Constrained Spaces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0690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RRT* advantage is biggest in narrow-passage environments.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2D Euclidean planning with point robots. 50 trials, N = 500 to 5,000, three environments.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Details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182880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NumPy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KDTree for radius queries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for visualization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unit tests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Implementation Detail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rewire, all descendants need their costs updated via BFS. The paper does not emphasize this. Without it, stored costs become inconsistent and subsequent rewire decisions are silently wrong.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8046720" cy="146304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Rewiring Radius (Theorem 38)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r(n) = γ · (ln(n) / n)^(1/d),  d =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radius shrinks as the tree grows, keeping neighbor queries at O(log N). I added a 10% safety margin on γ and floor the radius at the step size (0.5 units).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Test Environments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51760" cy="228600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2651760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 A: Simple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3×4 obstacle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(1,1) → Goal (9,9)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 basic detour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651760" cy="228600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097280"/>
            <a:ext cx="2651760" cy="54864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 B: Narrow Passage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17373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tall walls, 1-unit gap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(1,5) → Goal (9,5)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for both algorithms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651760" cy="228600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097280"/>
            <a:ext cx="265176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 C: Maze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17373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scattered obstacles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(0.5,0.5) → Goal (9.5,9.5)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winding paths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8046720" cy="118872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Protocol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seeded trials per condition  |  N ∈ {500, 1000, 2000, 3000, 5000}  |  Step size: 0.5  |  Goal bias: 5%  |  1,500 total runs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 A: Single Obstacle — RRT vs. RRT* (N=2000)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3566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RRT: 111 nodes, cost 14.81  |  RRT*: 1976 nodes, cost 11.99  |  19% shorter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 B: Narrow Passage — RRT vs. RRT* (N=2000)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3566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RRT: 73 nodes, cost 9.50  |  RRT*: 1972 nodes, cost 7.53  |  21% shorter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 C: Maze — RRT vs. RRT* (N=2000)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3566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RRT: 200 nodes, cost 16.50  |  RRT*: 1941 nodes, cost 13.74  |  17% shorter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Convergence: Env A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77240"/>
            <a:ext cx="731520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206240"/>
            <a:ext cx="8046720" cy="73152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RRT flat at 15.09. RRT* drops from 12.27 to 11.97 (N=500→5000). Std shrinks from 0.19 to 0.03.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Convergence: Env B (Narrow Passage)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77240"/>
            <a:ext cx="731520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206240"/>
            <a:ext cx="8046720" cy="73152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gap: 24.5% improvement at N=5000. RRT* std at N=5000 is just 0.06.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Convergence: Env C (Maze)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77240"/>
            <a:ext cx="731520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206240"/>
            <a:ext cx="8046720" cy="73152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RRT* still improving at N=5000 (13.37). 4.7% internal cost reduction from N=500→5000.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at a Glance (N = 5,000, 50 trials)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65960" cy="20116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6BB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20–25%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paths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RRT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1097280"/>
            <a:ext cx="1965960" cy="20116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2801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10–30×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606040" y="21945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variance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RRT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1965960" cy="20116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801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A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5–6%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54880" y="21945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theoretical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03720" y="1097280"/>
            <a:ext cx="1965960" cy="20116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12801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B47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903720" y="21945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 ≥ 1000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38328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1371600"/>
                <a:gridCol w="1645920"/>
                <a:gridCol w="1097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RRT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RRT*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RRT* Std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(Simple)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6B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6B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(Narrow)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6B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6B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(Maze)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6B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6B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and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29184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Reproduction Challenges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propagation after rewire: paper does not emphasize it, but without BFS to update all descendants, costs drift silently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Free-space volume estimation for γ: getting this wrong by 2× in either direction degrades results visibly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KDTree rebuild on every insertion: O(N) per step, dominates runtime at N=5000 (~3s per trial)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329184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Limitations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916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only: paper generalizes to d dimensions and non-holonomic systems, not tested here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N = 5,000: modest for asymptotic claims, but sufficient for qualitative confirmation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Axis-aligned rectangles instead of non-convex polygons (does not affect theoretical properties)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PRM* comparison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claims reproduced cleanly: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RRT plateaus: cost identical at every N (byte-for-byte across 50 trials)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RRT* improves monotonically in all environments (2.5–4.7% from N=500→5000)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improvement in narrow passage (24.5%), matching the paper’s prediction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804672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Reproducibility Verdict: Partially Reproducible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claims fully confirmed. Implementation requires resolving details the paper leaves underspecified: cost propagation, free-space volume estimation, and KDTree integration.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Shreesh Kulkarni  |  CS5100 Spring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CS5100 Capstone: Reproducing RRT* Asymptotic Optimality</dc:title>
  <dc:subject>PptxGenJS Presentation</dc:subject>
  <dc:creator>Shreesh Kulkarni</dc:creator>
  <cp:lastModifiedBy>Shreesh Kulkarni</cp:lastModifiedBy>
  <cp:revision>1</cp:revision>
  <dcterms:created xsi:type="dcterms:W3CDTF">2026-04-22T22:31:22Z</dcterms:created>
  <dcterms:modified xsi:type="dcterms:W3CDTF">2026-04-22T22:31:22Z</dcterms:modified>
</cp:coreProperties>
</file>